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FleetFlow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C7AFF"/>
                </a:solidFill>
              </a:rPr>
              <a:t>Fleet Management Reimagined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EC0"/>
                </a:solidFill>
              </a:rPr>
              <a:t>Project Overhaul Presentation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02C"/>
                </a:solidFill>
              </a:rPr>
              <a:t>Project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400" dirty="0">
                <a:solidFill>
                  <a:srgbClr val="4A5568"/>
                </a:solidFill>
              </a:rPr>
              <a:t>A modernized fleet management system featuring a premium Glassprism aesthetic.</a:t>
            </a:r>
            <a:endParaRPr lang="en-US" sz="24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400" dirty="0">
                <a:solidFill>
                  <a:srgbClr val="4A5568"/>
                </a:solidFill>
              </a:rPr>
              <a:t>Built to manage the entire lifecycle: Vehicle Registry, Trip Dispatching, Maintenance, and Expenses.</a:t>
            </a:r>
            <a:endParaRPr lang="en-US" sz="24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400" dirty="0">
                <a:solidFill>
                  <a:srgbClr val="4A5568"/>
                </a:solidFill>
              </a:rPr>
              <a:t>Provides real-time dashboards and analytics for optimal fleet utilization.</a:t>
            </a:r>
            <a:endParaRPr lang="en-US" sz="24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400" dirty="0">
                <a:solidFill>
                  <a:srgbClr val="4A5568"/>
                </a:solidFill>
              </a:rPr>
              <a:t>Robust role-based access control protecting sensitive operations.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02C"/>
                </a:solidFill>
              </a:rPr>
              <a:t>Key Features &amp; Overhaul Highlights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b="1" dirty="0">
                <a:solidFill>
                  <a:srgbClr val="4A5568"/>
                </a:solidFill>
              </a:rPr>
              <a:t>Glassmorphism Theme:</a:t>
            </a:r>
            <a:pPr indent="0" marL="0">
              <a:buNone/>
            </a:pPr>
            <a:r>
              <a:rPr lang="en-US" sz="2200" dirty="0">
                <a:solidFill>
                  <a:srgbClr val="4A5568"/>
                </a:solidFill>
              </a:rPr>
              <a:t>  Modern UI with frosted glass panels, prismatic accents, and smooth cubic animations.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b="1" dirty="0">
                <a:solidFill>
                  <a:srgbClr val="4A5568"/>
                </a:solidFill>
              </a:rPr>
              <a:t>Smart Validations:</a:t>
            </a:r>
            <a:pPr indent="0" marL="0">
              <a:buNone/>
            </a:pPr>
            <a:r>
              <a:rPr lang="en-US" sz="2200" dirty="0">
                <a:solidFill>
                  <a:srgbClr val="4A5568"/>
                </a:solidFill>
              </a:rPr>
              <a:t>  Real-time inline validation of payloads, dates, plate formats, and costs.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b="1" dirty="0">
                <a:solidFill>
                  <a:srgbClr val="4A5568"/>
                </a:solidFill>
              </a:rPr>
              <a:t>Interactive Tables:</a:t>
            </a:r>
            <a:pPr indent="0" marL="0">
              <a:buNone/>
            </a:pPr>
            <a:r>
              <a:rPr lang="en-US" sz="2200" dirty="0">
                <a:solidFill>
                  <a:srgbClr val="4A5568"/>
                </a:solidFill>
              </a:rPr>
              <a:t>  Unified sortable columns and dynamic filters across all data grids.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b="1" dirty="0">
                <a:solidFill>
                  <a:srgbClr val="4A5568"/>
                </a:solidFill>
              </a:rPr>
              <a:t>Driver Contact Integration:</a:t>
            </a:r>
            <a:pPr indent="0" marL="0">
              <a:buNone/>
            </a:pPr>
            <a:r>
              <a:rPr lang="en-US" sz="2200" dirty="0">
                <a:solidFill>
                  <a:srgbClr val="4A5568"/>
                </a:solidFill>
              </a:rPr>
              <a:t>  Mobile and email tracking seamlessly built into the dispatch workflow and performance views.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02C"/>
                </a:solidFill>
              </a:rPr>
              <a:t>Technology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4A5568"/>
                </a:solidFill>
              </a:rPr>
              <a:t>Frontend:</a:t>
            </a:r>
            <a:pPr indent="0" marL="0">
              <a:buNone/>
            </a:pPr>
            <a:r>
              <a:rPr lang="en-US" sz="2400" dirty="0">
                <a:solidFill>
                  <a:srgbClr val="4A5568"/>
                </a:solidFill>
              </a:rPr>
              <a:t>  React, React Router, Vite, Lucide Icons, Recharts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4A5568"/>
                </a:solidFill>
              </a:rPr>
              <a:t>Styling:</a:t>
            </a:r>
            <a:pPr indent="0" marL="0">
              <a:buNone/>
            </a:pPr>
            <a:r>
              <a:rPr lang="en-US" sz="2400" dirty="0">
                <a:solidFill>
                  <a:srgbClr val="4A5568"/>
                </a:solidFill>
              </a:rPr>
              <a:t>  Custom Vanilla CSS (Extensive Glassprism Theme System)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4A5568"/>
                </a:solidFill>
              </a:rPr>
              <a:t>Backend:</a:t>
            </a:r>
            <a:pPr indent="0" marL="0">
              <a:buNone/>
            </a:pPr>
            <a:r>
              <a:rPr lang="en-US" sz="2400" dirty="0">
                <a:solidFill>
                  <a:srgbClr val="4A5568"/>
                </a:solidFill>
              </a:rPr>
              <a:t>  Node.js, Express.js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4A5568"/>
                </a:solidFill>
              </a:rPr>
              <a:t>Database:</a:t>
            </a:r>
            <a:pPr indent="0" marL="0">
              <a:buNone/>
            </a:pPr>
            <a:r>
              <a:rPr lang="en-US" sz="2400" dirty="0">
                <a:solidFill>
                  <a:srgbClr val="4A5568"/>
                </a:solidFill>
              </a:rPr>
              <a:t>  MySQL (Relational Database)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02C"/>
                </a:solidFill>
              </a:rPr>
              <a:t>Core Modules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✓"/>
            </a:pPr>
            <a:r>
              <a:rPr lang="en-US" sz="2200" dirty="0">
                <a:solidFill>
                  <a:srgbClr val="4A5568"/>
                </a:solidFill>
              </a:rPr>
              <a:t>Dashboard &amp; Analytics: Live KPIs, active trips, and performance charts.</a:t>
            </a:r>
            <a:endParaRPr lang="en-US" sz="2200" dirty="0"/>
          </a:p>
          <a:p>
            <a:pPr marL="342900" indent="-342900">
              <a:lnSpc>
                <a:spcPts val="3200"/>
              </a:lnSpc>
              <a:buSzPct val="100000"/>
              <a:buChar char="✓"/>
            </a:pPr>
            <a:r>
              <a:rPr lang="en-US" sz="2200" dirty="0">
                <a:solidFill>
                  <a:srgbClr val="4A5568"/>
                </a:solidFill>
              </a:rPr>
              <a:t>Vehicle Registry: Track fleet capacity, odometers, and repair status.</a:t>
            </a:r>
            <a:endParaRPr lang="en-US" sz="2200" dirty="0"/>
          </a:p>
          <a:p>
            <a:pPr marL="342900" indent="-342900">
              <a:lnSpc>
                <a:spcPts val="3200"/>
              </a:lnSpc>
              <a:buSzPct val="100000"/>
              <a:buChar char="✓"/>
            </a:pPr>
            <a:r>
              <a:rPr lang="en-US" sz="2200" dirty="0">
                <a:solidFill>
                  <a:srgbClr val="4A5568"/>
                </a:solidFill>
              </a:rPr>
              <a:t>Trip Dispatcher: Assign trips with live capacity and driver safety validation avoiding overloading.</a:t>
            </a:r>
            <a:endParaRPr lang="en-US" sz="2200" dirty="0"/>
          </a:p>
          <a:p>
            <a:pPr marL="342900" indent="-342900">
              <a:lnSpc>
                <a:spcPts val="3200"/>
              </a:lnSpc>
              <a:buSzPct val="100000"/>
              <a:buChar char="✓"/>
            </a:pPr>
            <a:r>
              <a:rPr lang="en-US" sz="2200" dirty="0">
                <a:solidFill>
                  <a:srgbClr val="4A5568"/>
                </a:solidFill>
              </a:rPr>
              <a:t>Maintenance &amp; Expenses: Real-time logging of service costs and fuel expenses linked to trips.</a:t>
            </a:r>
            <a:endParaRPr lang="en-US" sz="2200" dirty="0"/>
          </a:p>
          <a:p>
            <a:pPr marL="342900" indent="-342900">
              <a:lnSpc>
                <a:spcPts val="3200"/>
              </a:lnSpc>
              <a:buSzPct val="100000"/>
              <a:buChar char="✓"/>
            </a:pPr>
            <a:r>
              <a:rPr lang="en-US" sz="2200" dirty="0">
                <a:solidFill>
                  <a:srgbClr val="4A5568"/>
                </a:solidFill>
              </a:rPr>
              <a:t>Admin Panel: Secure user management and Super Admin CRUD controls.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02C"/>
                </a:solidFill>
              </a:rPr>
              <a:t>Summary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2D3748"/>
                </a:solidFill>
              </a:rPr>
              <a:t>FleetFlow provides a visually stunning, highly functional, and fully validated solution for modern logistics and fleet management. The recent overhaul successfully merged aesthetic excellence with robust data integrity.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2026-02-21T11:13:06Z</dcterms:created>
  <dcterms:modified xsi:type="dcterms:W3CDTF">2026-02-21T11:13:06Z</dcterms:modified>
</cp:coreProperties>
</file>